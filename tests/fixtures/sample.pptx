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Teams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 &amp;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R&amp;D &lt;Review&gt;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"results"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</a:t>
            </a:r>
          </a:p>
          <a:p>
            <a:pPr lvl="1"/>
            <a:r>
              <a:t>Driven by 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6400800" cy="3657600"/>
            <a:chOff x="914400" y="1828800"/>
            <a:chExt cx="6400800" cy="3657600"/>
          </a:xfrm>
        </p:grpSpPr>
        <p:grpSp>
          <p:nvGrpSpPr>
            <p:cNvPr id="4" name="Group 3"/>
            <p:cNvGrpSpPr/>
            <p:nvPr/>
          </p:nvGrpSpPr>
          <p:grpSpPr>
            <a:xfrm>
              <a:off x="6400800" y="4572000"/>
              <a:ext cx="914400" cy="914400"/>
              <a:chOff x="6400800" y="4572000"/>
              <a:chExt cx="914400" cy="914400"/>
            </a:xfrm>
          </p:grpSpPr>
          <p:pic>
            <p:nvPicPr>
              <p:cNvPr id="5" name="Picture 4" descr="dot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00800" y="4572000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" name="TextBox 5"/>
            <p:cNvSpPr txBox="1"/>
            <p:nvPr/>
          </p:nvSpPr>
          <p:spPr>
            <a:xfrm>
              <a:off x="914400" y="18288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Inside a group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